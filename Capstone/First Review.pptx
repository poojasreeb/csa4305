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w=3840&amp;q=90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8" r:id="rId4"/>
    <p:sldId id="273" r:id="rId5"/>
    <p:sldId id="283" r:id="rId6"/>
    <p:sldId id="272" r:id="rId7"/>
    <p:sldId id="266" r:id="rId8"/>
    <p:sldId id="268" r:id="rId9"/>
    <p:sldId id="276" r:id="rId10"/>
    <p:sldId id="277" r:id="rId11"/>
    <p:sldId id="280" r:id="rId12"/>
    <p:sldId id="278" r:id="rId13"/>
    <p:sldId id="284" r:id="rId14"/>
    <p:sldId id="274" r:id="rId15"/>
    <p:sldId id="28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A78F-D767-3CEB-E141-C15AF7A8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ABD6-527B-A4A9-E1E8-C78FC89F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AD74-098C-FDED-D23C-7869722C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E974-47E5-9DAF-7B1E-3045E93D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D0E5-DE9C-2018-2EF8-3279171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373D-8E62-A441-2E16-E09E1C74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6CF9-6E1B-5568-F5E9-D762904EC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8794-F739-C4E4-D867-1F9DACC2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5785-E3CB-7683-1F10-629D2A1B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2099-AFB8-08FF-2D27-CD44759C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523-617C-7791-CC72-2B87FA4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882C-5D26-71CF-29BC-7F0FAF1C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8B58-D725-58B3-1C2A-7F4C99AF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480-2A6E-D746-C915-CFED5EFA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3F97-B9BA-7431-256B-CB508B2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1D20-A3D0-DC2C-ED7D-13EC59E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F52A-EB1A-1D5A-2380-58ED36AB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8BC1-D3CE-020D-08F6-8C6EC3C4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6C243-9A9E-6C0D-84E0-F3231E0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82EF-E376-4703-DC68-EE81C6D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1B24-AB96-A3B9-BF7C-62B49EF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927D-2E7D-14FE-089A-6E642F28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63FE-32F8-5263-2F57-FF38424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9EB80-C6D8-FA69-81F8-A8642224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9EB4-7566-49B1-71D6-3C60BD6B5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1F410-CEFA-4264-B229-DFAADCA7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F5C33-8C3F-D73C-90C6-D23C604C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0CAA-C07E-6FE9-3BEB-946895C6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A771B-2D87-CA53-E926-5E48544D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34C-0719-28F2-B7F8-25532317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26E2-DBD6-9596-50C6-20CBEBEE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B8034-8C15-5798-035E-3393A05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FCCC-0B05-A6DF-088B-DCC28159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2FC6A-2BFA-3B66-5278-52C18D9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2752-0449-C299-2422-D9169533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E18A-76F6-DC22-FCD6-A1FF8289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53E6-E2CE-70C9-9D62-1DC83FF3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6C30-AB89-566C-B2B7-6F9660D6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E6A6-2775-D139-62DE-C803E7FB6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3251-6BE4-C34A-8560-DB9718E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E3A74-C8E9-7290-1572-E7FEF45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64D6-4790-A18D-B47E-090FBED9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6C-B580-CEA0-D04B-1F8B3CC8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CEF44-3A84-0BCD-E99D-EB78EF37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1AB1-86C9-5803-E91A-6061BB3C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F1BC-4B2D-E3F0-D28E-93DFAC9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4217-85C9-BDFE-4083-D01769A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52F25-95BC-D374-9421-6B5A8E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6AB8-E19A-6101-5E10-D95E9493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1FAFA-4A62-972F-F416-C685032B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653-4D24-DEF3-BC20-6E7BD156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C66A-41A7-C506-087E-C2158DC8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BEDD-57DB-8431-E7C4-F39B8CFF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125EB-B497-6D24-0FBC-8EE78C2AD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3D8-6531-A548-B4AD-7E071163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3401-90E4-6AE6-1A77-8E2F507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7-6E01-D7C8-675A-52D7E26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3C3D-7BB5-9C95-5CB4-18C94EE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1FB4-80CC-0530-402E-7C50703C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235E-4A13-ECC6-BEFE-42885DF3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ACA6-31D9-92A5-97E1-21CB003E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C4166-25F7-4967-A77D-E6894612451F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5F30-0E51-BB87-5CB6-64DEA993B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113F-BE69-41ED-DB20-F8AFFB1A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&amp;w=3840&amp;q=90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ariit.com/manuscript/online-auction-system/?utm_source=chatgpt.com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papers.ssrn.com/sol3/Delivery.cfm/5712883.pdf?abstractid=5712883&amp;mirid=1&amp;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https://zenodo.org/record/6589712?utm_source=chatgpt.com" TargetMode="External"/><Relationship Id="rId4" Type="http://schemas.openxmlformats.org/officeDocument/2006/relationships/hyperlink" Target="https://www.iarj.in/index.php/ijrase/article/view/255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0F41-1C35-AE77-50E4-282AF46C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413" y="2275029"/>
            <a:ext cx="10903243" cy="10863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 TIME WEB BASEDAUCTION AND BIDDING SYSTEM</a:t>
            </a:r>
            <a:endParaRPr lang="en-US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7185-5ADF-7A42-B356-512CC7F6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3327" y="4091590"/>
            <a:ext cx="5961927" cy="2766409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192411091 - POOJASREE B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192471035 - AMRITA ANAIKUMAR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192471048 - VENNA MEENAKSHI REDDY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192471024 - SRIJITHA 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192311363 - MATHUSRI P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86" y="295053"/>
            <a:ext cx="11631485" cy="12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C442-9300-B34B-917E-D97C6B021752}"/>
              </a:ext>
            </a:extLst>
          </p:cNvPr>
          <p:cNvSpPr txBox="1"/>
          <p:nvPr/>
        </p:nvSpPr>
        <p:spPr>
          <a:xfrm>
            <a:off x="722987" y="4844805"/>
            <a:ext cx="2660344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SUDHAGAR 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249F-6FCB-DDE1-F4F9-21A2B4D40475}"/>
              </a:ext>
            </a:extLst>
          </p:cNvPr>
          <p:cNvSpPr txBox="1"/>
          <p:nvPr/>
        </p:nvSpPr>
        <p:spPr>
          <a:xfrm>
            <a:off x="3806960" y="3496737"/>
            <a:ext cx="45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 – Internet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3584" y="1643580"/>
            <a:ext cx="3053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26327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BB5B-0A18-8D1F-1DB2-954946F2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A1A0-D2B7-BFA8-22BA-3E072E1B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21EDA1-B8FB-A6F8-FCF3-703F6AD1F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095" y="1967283"/>
            <a:ext cx="727074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that enables users to buy and sell products through online auctions.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authentication, and profile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sellers to create, update, and manage auction listings. Supports real-time bidding with automatic highest bid tracking.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secure payment processing and transaction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module for monitoring users, auctions, and generating reports.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4A49425E-8003-98D3-5C2C-D2C884EC4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9964A488-F961-4966-D3AD-4F192861F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60F6D-4E3F-70F0-E59F-EEA2A926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60" y="2422433"/>
            <a:ext cx="388619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5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830-F963-0ED2-93F7-99249ACD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E36E60-F9F8-B012-6D19-583BC8CE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12344" y="2066580"/>
            <a:ext cx="72707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auctions have transformed traditional buying and selling methods.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buyers and sellers to participate from anywhere through the internet.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geographical limitations of physical auctions.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through real-time bidding.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transactions and fair winner selection.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with an interactive and responsive interface.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7BA78-DE75-E0C9-7562-2585F02A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2380162"/>
            <a:ext cx="3906249" cy="362015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1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83C6-0DAF-2849-1299-0869EE1B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7AE-A9DE-21CB-AEDC-90CB3804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308" y="251350"/>
            <a:ext cx="6417128" cy="110912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5938D94-A362-6A25-EBEE-A7151DF5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52F2B4-CC57-93C6-80B6-4AD43EDAD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114" y="1884406"/>
            <a:ext cx="7508286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auctions require physical presence and are time-consuming.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bidding processes are prone to errors and lack transparency.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bids and determining the highest bidder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buyers and sellers from different locations.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in user authentication and payment processing.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for auction records and reports.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2E5C-2AA9-9763-E41C-361FF8F3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04" t="30728" b="14445"/>
          <a:stretch>
            <a:fillRect/>
          </a:stretch>
        </p:blipFill>
        <p:spPr>
          <a:xfrm>
            <a:off x="7772400" y="2706121"/>
            <a:ext cx="4191000" cy="250880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A03F-2323-AFC6-5192-07F1948F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3F48-3CE6-27EC-9B74-A1A08591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78AE6B-28EF-4378-F17A-A159377686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49372" y="2144657"/>
            <a:ext cx="9341717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user-friendly online auction platform.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user registration, login, and profile management.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sellers to add, update, and manage products for auction.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tools to manage users, auctions, and system activities.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for monitoring auction and transaction activities. 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60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FB1B-CFA1-1FD9-5ADB-98DCDDA8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699" y="156197"/>
            <a:ext cx="7063273" cy="106245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2A4A566C-34E9-E6A1-6F29-ABFD2BE8C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506440"/>
              </p:ext>
            </p:extLst>
          </p:nvPr>
        </p:nvGraphicFramePr>
        <p:xfrm>
          <a:off x="731367" y="1316441"/>
          <a:ext cx="10925210" cy="544630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42411">
                  <a:extLst>
                    <a:ext uri="{9D8B030D-6E8A-4147-A177-3AD203B41FA5}">
                      <a16:colId xmlns:a16="http://schemas.microsoft.com/office/drawing/2014/main" val="3722442367"/>
                    </a:ext>
                  </a:extLst>
                </a:gridCol>
                <a:gridCol w="2560933">
                  <a:extLst>
                    <a:ext uri="{9D8B030D-6E8A-4147-A177-3AD203B41FA5}">
                      <a16:colId xmlns:a16="http://schemas.microsoft.com/office/drawing/2014/main" val="3276241339"/>
                    </a:ext>
                  </a:extLst>
                </a:gridCol>
                <a:gridCol w="2560933">
                  <a:extLst>
                    <a:ext uri="{9D8B030D-6E8A-4147-A177-3AD203B41FA5}">
                      <a16:colId xmlns:a16="http://schemas.microsoft.com/office/drawing/2014/main" val="506575526"/>
                    </a:ext>
                  </a:extLst>
                </a:gridCol>
                <a:gridCol w="2560933">
                  <a:extLst>
                    <a:ext uri="{9D8B030D-6E8A-4147-A177-3AD203B41FA5}">
                      <a16:colId xmlns:a16="http://schemas.microsoft.com/office/drawing/2014/main" val="2391917785"/>
                    </a:ext>
                  </a:extLst>
                </a:gridCol>
              </a:tblGrid>
              <a:tr h="5425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614622"/>
                  </a:ext>
                </a:extLst>
              </a:tr>
              <a:tr h="1170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Auctioning System (BIDU)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Lakshmi Narasimha Reddy et al.,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auction, real-time bidding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improvement needed in security, trust and transaction efficiency. (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 tooltip="Online Auctioning System(BIDU) by R Lakshmi Narasimha Reddy, Sandiri Trishitha Reddy, Veeranjaneyulu Sarnala, Sathvika Vojja :: SSRN"/>
                        </a:rPr>
                        <a:t>SSRN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7953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Auction System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Harshal Ekhande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application, real-time bidding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 for improving scalability, security and user experience. (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tooltip="Review Paper: Online Auction System - published by Harshal Ekhande in IJARIIT Journal"/>
                        </a:rPr>
                        <a:t>IJARIIT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850178"/>
                  </a:ext>
                </a:extLst>
              </a:tr>
              <a:tr h="1240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Auction System Using MERN Stack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Nageswara Rao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extended with stronger transaction management and administration. (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Online Auction System using Mern Stack | International Journal of Research and Analysis in Science and Engineering"/>
                        </a:rPr>
                        <a:t>IARJ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383638"/>
                  </a:ext>
                </a:extLst>
              </a:tr>
              <a:tr h="951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Auction System Using PHP and MySQL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Naveenkumar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PHP, 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advanced real-time and integrated management features. (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ONLINE AUCTION SYSTEM USING PHP AND MYSQL | Zenodo"/>
                        </a:rPr>
                        <a:t>Zenodo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672551"/>
                  </a:ext>
                </a:extLst>
              </a:tr>
            </a:tbl>
          </a:graphicData>
        </a:graphic>
      </p:graphicFrame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66" y="231128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36" y="156197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41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CC65-440A-0A7E-887F-A426379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570" y="605730"/>
            <a:ext cx="7979641" cy="494846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 PROPOSED SYSTEM</a:t>
            </a: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699-ED60-B116-8C30-CBA16DA2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577" y="2684236"/>
            <a:ext cx="6210300" cy="3365500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Traditional auction system and existing online auction platforms are available.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Sellers list products for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Buyers place bids on products.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Highest bidder wins the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Payment is completed after winning.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Some systems are complex and have service charges.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60652-590B-A84B-262D-39EFD9EE7FF1}"/>
              </a:ext>
            </a:extLst>
          </p:cNvPr>
          <p:cNvSpPr/>
          <p:nvPr/>
        </p:nvSpPr>
        <p:spPr>
          <a:xfrm>
            <a:off x="312519" y="2068390"/>
            <a:ext cx="6014357" cy="4066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E5D15-E5B0-F28B-E4A8-4890BBC4395F}"/>
              </a:ext>
            </a:extLst>
          </p:cNvPr>
          <p:cNvSpPr txBox="1"/>
          <p:nvPr/>
        </p:nvSpPr>
        <p:spPr>
          <a:xfrm>
            <a:off x="358784" y="15412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C120F-4B84-BB50-D7B6-4909417C36D3}"/>
              </a:ext>
            </a:extLst>
          </p:cNvPr>
          <p:cNvSpPr txBox="1"/>
          <p:nvPr/>
        </p:nvSpPr>
        <p:spPr>
          <a:xfrm>
            <a:off x="6664334" y="3008879"/>
            <a:ext cx="6095999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online auction platform.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Sellers can add and manage products.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Buyers can view products and place bids.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Highest bidder is automatically selected.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Payment and transaction details are stored.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can manage users, auctions, and reports.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12753-94CF-8193-903D-CD11FBD67CDD}"/>
              </a:ext>
            </a:extLst>
          </p:cNvPr>
          <p:cNvSpPr/>
          <p:nvPr/>
        </p:nvSpPr>
        <p:spPr>
          <a:xfrm>
            <a:off x="6582692" y="2083525"/>
            <a:ext cx="5442856" cy="4051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7C493-5B1B-C5AA-EFAA-E3A18E3DE3C3}"/>
              </a:ext>
            </a:extLst>
          </p:cNvPr>
          <p:cNvSpPr txBox="1"/>
          <p:nvPr/>
        </p:nvSpPr>
        <p:spPr>
          <a:xfrm>
            <a:off x="7758816" y="2316782"/>
            <a:ext cx="3743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1400" dirty="0">
              <a:solidFill>
                <a:srgbClr val="C00000"/>
              </a:solidFill>
            </a:endParaRPr>
          </a:p>
        </p:txBody>
      </p:sp>
      <p:pic>
        <p:nvPicPr>
          <p:cNvPr id="13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4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9B3-E999-B1C3-D0F7-604A83B9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186" y="274673"/>
            <a:ext cx="6892471" cy="113740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41094-293E-3F9E-C5CF-691D3825C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96" t="6828" r="3683" b="2017"/>
          <a:stretch/>
        </p:blipFill>
        <p:spPr>
          <a:xfrm>
            <a:off x="179297" y="1284231"/>
            <a:ext cx="8734145" cy="5198212"/>
          </a:xfrm>
          <a:prstGeom prst="rect">
            <a:avLst/>
          </a:prstGeom>
        </p:spPr>
      </p:pic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3475" t="1580" r="14445" b="-1"/>
          <a:stretch/>
        </p:blipFill>
        <p:spPr>
          <a:xfrm>
            <a:off x="9093374" y="1412078"/>
            <a:ext cx="2793827" cy="4598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4411" y="6010539"/>
            <a:ext cx="2571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– UCI Shill Bidding Dataset</a:t>
            </a:r>
          </a:p>
        </p:txBody>
      </p:sp>
    </p:spTree>
    <p:extLst>
      <p:ext uri="{BB962C8B-B14F-4D97-AF65-F5344CB8AC3E}">
        <p14:creationId xmlns:p14="http://schemas.microsoft.com/office/powerpoint/2010/main" val="286296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67A6-4DF6-1D41-19BA-71E0D5FD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4F9A-3F1F-0FE9-2F4D-08C8C8EC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350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IN" sz="3600" b="1" dirty="0"/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7DFB5-5056-D75F-2773-6E68C2BD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37" y="1766707"/>
            <a:ext cx="7568292" cy="4787446"/>
          </a:xfrm>
        </p:spPr>
        <p:txBody>
          <a:bodyPr>
            <a:noAutofit/>
          </a:bodyPr>
          <a:lstStyle/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securely register and log in to the auction platform.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separate access and functionalities for buyers, sellers, and administrators.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update their personal information and account credentials.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user authentication and authorization.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monitor, manage, and control registered user accounts.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B8B8-11BE-678C-AA56-04B2C061AD92}"/>
              </a:ext>
            </a:extLst>
          </p:cNvPr>
          <p:cNvSpPr txBox="1"/>
          <p:nvPr/>
        </p:nvSpPr>
        <p:spPr>
          <a:xfrm>
            <a:off x="2139043" y="243211"/>
            <a:ext cx="7913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</a:p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</a:p>
        </p:txBody>
      </p:sp>
      <p:pic>
        <p:nvPicPr>
          <p:cNvPr id="8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044" t="-741" r="4449" b="15519"/>
          <a:stretch/>
        </p:blipFill>
        <p:spPr>
          <a:xfrm>
            <a:off x="8067259" y="2458176"/>
            <a:ext cx="397139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4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142C-8EC1-2E03-E90C-56AB3C91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777F-3E82-9631-AE88-CB1101C0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64" y="143128"/>
            <a:ext cx="8219621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2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2BA35-7309-5596-09D0-1013DEEF0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57" y="1752147"/>
            <a:ext cx="7094764" cy="466471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add products to the platform with relevant product details.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provide the product name, description, image, starting price, and other required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update or modify product information whenever required.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and search for products available for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information is securely stored and managed in the database.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86" y="2473779"/>
            <a:ext cx="4204808" cy="34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5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5DD5-C772-E66E-9819-CDF694BE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8062-DF34-A756-9C31-8843B9F8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903" y="155772"/>
            <a:ext cx="7276193" cy="13002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3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AUCTION &amp; BIDDING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6CB1-B1EF-564D-959F-29D96764B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0" y="1714500"/>
            <a:ext cx="7954734" cy="464207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create auctions by specifying the starting price and auction duration.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browse available auctions and view detailed product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place bids on products during the active auction period.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each bid and automatically updates the highest bid.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highest bidder when the auction period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Auction results and complete bidding history are maintained for transparency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49762"/>
          <a:stretch/>
        </p:blipFill>
        <p:spPr>
          <a:xfrm>
            <a:off x="8447591" y="2032226"/>
            <a:ext cx="3578402" cy="40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9237-D299-984D-1161-A2F544DA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67B8-7171-D675-0A8C-CEC2E662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508" y="143128"/>
            <a:ext cx="8574314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MODULE 4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&amp; TRANSACTION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1478F-D741-49A6-89D0-54F15EC2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6559" y="1792968"/>
            <a:ext cx="7003141" cy="473964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the winning bidder to proceed with the payment after the auction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details are recorded and associated with the corresponding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their payment and transaction history.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view the transaction details related to their sold products.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and manage payment and transaction records.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1" y="2293166"/>
            <a:ext cx="3972561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01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F7DE-F080-5AB1-2DB6-049D8F46938E}"/>
              </a:ext>
            </a:extLst>
          </p:cNvPr>
          <p:cNvSpPr txBox="1">
            <a:spLocks/>
          </p:cNvSpPr>
          <p:nvPr/>
        </p:nvSpPr>
        <p:spPr>
          <a:xfrm>
            <a:off x="838200" y="35669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5 </a:t>
            </a: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&amp; REPORTS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65DEF36-D5A5-753C-8A6C-653124720084}"/>
              </a:ext>
            </a:extLst>
          </p:cNvPr>
          <p:cNvSpPr txBox="1">
            <a:spLocks/>
          </p:cNvSpPr>
          <p:nvPr/>
        </p:nvSpPr>
        <p:spPr>
          <a:xfrm>
            <a:off x="301814" y="1901865"/>
            <a:ext cx="7256577" cy="474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and monitor registered users on the platform.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products and active or completed auctions.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bidding activities and auction results.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payment and transaction records.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reports related to users, products, auctions, and transactions.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overall system activities to ensure efficient operation.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0085AE7A-0899-B599-E754-09BA2B25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9F5B573B-3B40-2E10-9741-D83A6B65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6E36D3-7B8A-BDE2-9A6F-687E42F977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0" t="883" r="4699" b="10286"/>
          <a:stretch>
            <a:fillRect/>
          </a:stretch>
        </p:blipFill>
        <p:spPr>
          <a:xfrm>
            <a:off x="7762672" y="2577831"/>
            <a:ext cx="4342049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81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BFF83-5939-9131-7A3B-59F516B8C1C6}"/>
              </a:ext>
            </a:extLst>
          </p:cNvPr>
          <p:cNvSpPr txBox="1"/>
          <p:nvPr/>
        </p:nvSpPr>
        <p:spPr>
          <a:xfrm>
            <a:off x="1955165" y="1948561"/>
            <a:ext cx="7835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or macOS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HTML, CSS, JavaScript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 or Node.js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Framework: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 or Scikit-learn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IntelliJ IDEA, or Eclipse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Chrome, Microsoft Edge, or Firefox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65536-BF50-B9AD-B368-E4129FAF5436}"/>
              </a:ext>
            </a:extLst>
          </p:cNvPr>
          <p:cNvSpPr txBox="1"/>
          <p:nvPr/>
        </p:nvSpPr>
        <p:spPr>
          <a:xfrm>
            <a:off x="2374265" y="520210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701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5DB3C-4EAB-3DA4-1135-CA6BFE5A240C}"/>
              </a:ext>
            </a:extLst>
          </p:cNvPr>
          <p:cNvSpPr txBox="1"/>
          <p:nvPr/>
        </p:nvSpPr>
        <p:spPr>
          <a:xfrm>
            <a:off x="921656" y="1669415"/>
            <a:ext cx="1064804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Web Based Auction and Bidding System provides a secure and user-friendly platform for conducting online auctions.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tracks the highest bid and selects the winner when the auction ends.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and transaction details are maintained for accurate record keeping.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can manage users, auctions, transactions, and generate reports.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transparency, accessibility, efficiency, and reliability in the online auction process.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7CD79-90E9-617A-1043-427FC7C8B500}"/>
              </a:ext>
            </a:extLst>
          </p:cNvPr>
          <p:cNvSpPr txBox="1"/>
          <p:nvPr/>
        </p:nvSpPr>
        <p:spPr>
          <a:xfrm>
            <a:off x="2374265" y="538579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88F1D643-2DB4-23A6-C654-725C922A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863C334-B33A-24EE-E456-892506B2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366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D0-76AF-E576-4376-DB80FB7B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935" y="2235539"/>
            <a:ext cx="9658349" cy="2622211"/>
          </a:xfrm>
        </p:spPr>
        <p:txBody>
          <a:bodyPr>
            <a:noAutofit/>
          </a:bodyPr>
          <a:lstStyle/>
          <a:p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2020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1060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Wingdings</vt:lpstr>
      <vt:lpstr>Office Theme</vt:lpstr>
      <vt:lpstr>REAL TIME WEB BASEDAUCTION AND BIDDING SYSTEM</vt:lpstr>
      <vt:lpstr>ABSTRACT</vt:lpstr>
      <vt:lpstr>INTRODUCTION</vt:lpstr>
      <vt:lpstr>PROBLEM STATEMENT</vt:lpstr>
      <vt:lpstr>OBJECTIVES</vt:lpstr>
      <vt:lpstr>LITERATURE REVIEW</vt:lpstr>
      <vt:lpstr>  EXISTING SYSTEM &amp; PROPOSED SYSTEM  </vt:lpstr>
      <vt:lpstr>SYSTEM ARCHITECTURE</vt:lpstr>
      <vt:lpstr> </vt:lpstr>
      <vt:lpstr> MODULE 2  PRODUCT MANAGEMENT MODULE</vt:lpstr>
      <vt:lpstr>  MODULE 3  AUCTION &amp; BIDDING MODULE</vt:lpstr>
      <vt:lpstr>   MODULE 4  PAYMENT &amp; TRANSACTION MODULE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Disk Scheduling and I/O Optimization System Using a Hybrid Scheduling Algorithm</dc:title>
  <dc:creator>C.c. Jyoshna</dc:creator>
  <cp:lastModifiedBy>srijitha sivakumar</cp:lastModifiedBy>
  <cp:revision>20</cp:revision>
  <dcterms:created xsi:type="dcterms:W3CDTF">2026-06-18T05:40:23Z</dcterms:created>
  <dcterms:modified xsi:type="dcterms:W3CDTF">2026-08-08T07:51:29Z</dcterms:modified>
</cp:coreProperties>
</file>